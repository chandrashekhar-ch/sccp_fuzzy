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Fuzzy Inference System for Real-Time Water Potability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Multi-Sensor Edge AI Approach</a:t>
            </a:r>
          </a:p>
          <a:p>
            <a:r>
              <a:t>Author: SC_CProject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Statement</a:t>
            </a:r>
          </a:p>
          <a:p>
            <a:pPr lvl="1"/>
            <a:r>
              <a:t>Traditional water quality monitoring relies on slow, expensive lab tests.</a:t>
            </a:r>
          </a:p>
          <a:p>
            <a:pPr lvl="1"/>
            <a:r>
              <a:t>Hard threshold models create 'cliff-edge' decisions.</a:t>
            </a:r>
          </a:p>
          <a:p>
            <a:r>
              <a:t>Proposed Solution</a:t>
            </a:r>
          </a:p>
          <a:p>
            <a:pPr lvl="1"/>
            <a:r>
              <a:t>A Mamdani Fuzzy Inference System (FIS) using 4 low-cost sensors.</a:t>
            </a:r>
          </a:p>
          <a:p>
            <a:pPr lvl="1"/>
            <a:r>
              <a:t>Provides continuous, graded potability scores (WPI 0-10).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4-Stage Pipeline:</a:t>
            </a:r>
          </a:p>
          <a:p>
            <a:pPr lvl="1"/>
            <a:r>
              <a:t>1. Fuzzification (pH, Turbidity, TDS, DO)</a:t>
            </a:r>
          </a:p>
          <a:p>
            <a:pPr lvl="1"/>
            <a:r>
              <a:t>2. Rule Evaluation (45 WHO/BIS Rules)</a:t>
            </a:r>
          </a:p>
          <a:p>
            <a:pPr lvl="1"/>
            <a:r>
              <a:t>3. Aggregation (MAX operator)</a:t>
            </a:r>
          </a:p>
          <a:p>
            <a:pPr lvl="1"/>
            <a:r>
              <a:t>4. Defuzzification (Centroid of Area)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Fuzzy Sets: pH Example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 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Takeaways:</a:t>
            </a:r>
          </a:p>
          <a:p>
            <a:pPr lvl="1"/>
            <a:r>
              <a:t>FIS achieves ~60% accuracy on real-world Kaggle data (matching SVM/RF).</a:t>
            </a:r>
          </a:p>
          <a:p>
            <a:pPr lvl="1"/>
            <a:r>
              <a:t>Maintains 100% interpretability, essential for safety-critical systems.</a:t>
            </a:r>
          </a:p>
          <a:p>
            <a:pPr lvl="1"/>
            <a:r>
              <a:t>Can be deployed on low-cost edge hardware (ESP32).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